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horizontal_digital_illustration_on_a_dark_nav_batch_1.png">    </p:cNvPr>
          <p:cNvPicPr>
            <a:picLocks noChangeAspect="1"/>
          </p:cNvPicPr>
          <p:nvPr/>
        </p:nvPicPr>
        <p:blipFill>
          <a:blip r:embed="rId1"/>
          <a:srcRect l="5000" r="-505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585216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22376" y="653796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HuggingFace + Python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85216" y="1124712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com</a:t>
            </a:r>
            <a:endParaRPr lang="en-US" sz="4100" dirty="0"/>
          </a:p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HuggingFace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621792" y="2807208"/>
            <a:ext cx="411480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7E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simples de perguntas e respostas usando recuperação de contexto + modelo de IA.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4160520"/>
            <a:ext cx="42062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Problema: modelos podem responder sem contexto e gerar informações genéricas ou incorretas.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58368" y="3840480"/>
            <a:ext cx="2194560" cy="0"/>
          </a:xfrm>
          <a:prstGeom prst="line">
            <a:avLst/>
          </a:prstGeom>
          <a:noFill/>
          <a:ln w="381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855464"/>
            <a:ext cx="4160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Solução: recuperar o trecho relevante antes de pedir a resposta ao modelo.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1109960" y="3108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6547104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HuggingFace - Semana #8 | Tema: RAG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635240" y="65471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Ref.: huggingface.co | transformers | sentence-transformers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vector_infographic_diagram_on_a_white_ba_batch_2.png">    </p:cNvPr>
          <p:cNvPicPr>
            <a:picLocks noChangeAspect="1"/>
          </p:cNvPicPr>
          <p:nvPr/>
        </p:nvPicPr>
        <p:blipFill>
          <a:blip r:embed="rId1"/>
          <a:srcRect l="2000" r="23794" t="5000" b="18000"/>
          <a:stretch/>
        </p:blipFill>
        <p:spPr>
          <a:xfrm>
            <a:off x="4663440" y="822960"/>
            <a:ext cx="6967728" cy="4069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02336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solução funciona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0352" y="8961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RAG simplificado em Python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03504" y="148132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" y="15727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25296" y="147218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conhecimento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225296" y="17282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Pequenos textos sobre IA são armazenados como documentos.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832104" y="1984248"/>
            <a:ext cx="0" cy="292608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603504" y="244144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25328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25296" y="243230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225296" y="26883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texto vira um vetor com sentence-transformers.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832104" y="2944368"/>
            <a:ext cx="0" cy="292608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603504" y="340156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" y="34930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25296" y="339242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semântica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1225296" y="36484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é comparada com os documentos por similaridade.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832104" y="3904488"/>
            <a:ext cx="0" cy="292608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  <a:headEnd type="none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603504" y="436168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" y="44531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25296" y="435254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 final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1225296" y="46085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recuperado é enviado ao modelo de QA.</a:t>
            </a:r>
            <a:endParaRPr lang="en-US" sz="1230" dirty="0"/>
          </a:p>
        </p:txBody>
      </p:sp>
      <p:sp>
        <p:nvSpPr>
          <p:cNvPr id="24" name="Shape 21"/>
          <p:cNvSpPr/>
          <p:nvPr/>
        </p:nvSpPr>
        <p:spPr>
          <a:xfrm>
            <a:off x="4892040" y="5321808"/>
            <a:ext cx="6327648" cy="731520"/>
          </a:xfrm>
          <a:prstGeom prst="roundRect">
            <a:avLst>
              <a:gd name="adj" fmla="val 875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38928" y="5568696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75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Bibliotecas usadas: transformers, sentence-transformers, scikit-learn e torch.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11109960" y="3108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30352" y="6547104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HuggingFace - Semana #8 | Tema: RAG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635240" y="65471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Ref.: huggingface.co | transformers | sentence-transformers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high_resolution_illustrative_conc_batch_3.png">    </p:cNvPr>
          <p:cNvPicPr>
            <a:picLocks noChangeAspect="1"/>
          </p:cNvPicPr>
          <p:nvPr/>
        </p:nvPicPr>
        <p:blipFill>
          <a:blip r:embed="rId1"/>
          <a:srcRect l="21000" r="29757" t="4000" b="24000"/>
          <a:stretch/>
        </p:blipFill>
        <p:spPr>
          <a:xfrm>
            <a:off x="5897880" y="429768"/>
            <a:ext cx="5833872" cy="4800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389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obtido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0352" y="905256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aplicação recupera o contexto certo e responde com base nele.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21792" y="1517904"/>
            <a:ext cx="4892040" cy="2505456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2700">
            <a:solidFill>
              <a:srgbClr val="CBD5E1">
                <a:alpha val="8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7465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de teste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1488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Pergunta: “O que é RAG?”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58775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recuperado: trecho que explica Retrieval Augmented Generation.</a:t>
            </a:r>
            <a:endParaRPr lang="en-US" sz="1230" dirty="0"/>
          </a:p>
        </p:txBody>
      </p:sp>
      <p:sp>
        <p:nvSpPr>
          <p:cNvPr id="9" name="Text 6"/>
          <p:cNvSpPr/>
          <p:nvPr/>
        </p:nvSpPr>
        <p:spPr>
          <a:xfrm>
            <a:off x="868680" y="3145536"/>
            <a:ext cx="4224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Resposta: técnica que combina recuperação de informações com geração de respostas.</a:t>
            </a:r>
            <a:endParaRPr lang="en-US" sz="1230" dirty="0"/>
          </a:p>
        </p:txBody>
      </p:sp>
      <p:sp>
        <p:nvSpPr>
          <p:cNvPr id="10" name="Shape 7"/>
          <p:cNvSpPr/>
          <p:nvPr/>
        </p:nvSpPr>
        <p:spPr>
          <a:xfrm>
            <a:off x="621792" y="4443984"/>
            <a:ext cx="4892040" cy="1234440"/>
          </a:xfrm>
          <a:prstGeom prst="roundRect">
            <a:avLst>
              <a:gd name="adj" fmla="val 4444"/>
            </a:avLst>
          </a:prstGeom>
          <a:solidFill>
            <a:srgbClr val="EEF2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654296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73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68680" y="49834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12E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RAG melhora a qualidade das respostas ao usar informações externas como contexto. O projeto pode ser expandido para PDFs, sites e bases maiores.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5349240" y="3108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0352" y="6547104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Atividade HuggingFace - Semana #8 | Tema: RAG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635240" y="65471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Ref.: huggingface.co | transformers | sentence-transformers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Atividade HuggingFace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 HuggingFace - RAG</dc:title>
  <dc:subject>RAG com HuggingFace</dc:subject>
  <dc:creator>Larissa Carvalho Pavan</dc:creator>
  <cp:lastModifiedBy>Larissa Carvalho Pavan</cp:lastModifiedBy>
  <cp:revision>1</cp:revision>
  <dcterms:created xsi:type="dcterms:W3CDTF">2026-05-05T01:02:23Z</dcterms:created>
  <dcterms:modified xsi:type="dcterms:W3CDTF">2026-05-05T01:02:23Z</dcterms:modified>
</cp:coreProperties>
</file>